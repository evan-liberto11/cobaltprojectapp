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E1C2C-C015-4453-ACC0-FBBF228878A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6B127-3DE0-44B4-9A73-DD3F8EC92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825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E1C2C-C015-4453-ACC0-FBBF228878A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6B127-3DE0-44B4-9A73-DD3F8EC92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858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E1C2C-C015-4453-ACC0-FBBF228878A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6B127-3DE0-44B4-9A73-DD3F8EC92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53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E1C2C-C015-4453-ACC0-FBBF228878A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6B127-3DE0-44B4-9A73-DD3F8EC92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111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E1C2C-C015-4453-ACC0-FBBF228878A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6B127-3DE0-44B4-9A73-DD3F8EC92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960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E1C2C-C015-4453-ACC0-FBBF228878A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6B127-3DE0-44B4-9A73-DD3F8EC92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216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E1C2C-C015-4453-ACC0-FBBF228878A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6B127-3DE0-44B4-9A73-DD3F8EC92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430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E1C2C-C015-4453-ACC0-FBBF228878A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6B127-3DE0-44B4-9A73-DD3F8EC92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103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6B127-3DE0-44B4-9A73-DD3F8EC924A5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E1C2C-C015-4453-ACC0-FBBF228878A0}" type="datetimeFigureOut">
              <a:rPr lang="en-US" smtClean="0"/>
              <a:t>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998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E1C2C-C015-4453-ACC0-FBBF228878A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6B127-3DE0-44B4-9A73-DD3F8EC92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206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E1C2C-C015-4453-ACC0-FBBF228878A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6B127-3DE0-44B4-9A73-DD3F8EC924A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430300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E1C2C-C015-4453-ACC0-FBBF228878A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6B127-3DE0-44B4-9A73-DD3F8EC92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7450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E1C2C-C015-4453-ACC0-FBBF228878A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6B127-3DE0-44B4-9A73-DD3F8EC924A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81833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E1C2C-C015-4453-ACC0-FBBF228878A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6B127-3DE0-44B4-9A73-DD3F8EC92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1466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E1C2C-C015-4453-ACC0-FBBF228878A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6B127-3DE0-44B4-9A73-DD3F8EC92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4952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E1C2C-C015-4453-ACC0-FBBF228878A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6B127-3DE0-44B4-9A73-DD3F8EC92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534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7E1C2C-C015-4453-ACC0-FBBF228878A0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876B127-3DE0-44B4-9A73-DD3F8EC92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959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DC682-FAA8-CF3A-2E4B-E895283EC5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Cobalt Database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E253B1-967B-4166-65A4-F4EF891CD4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Evan Liberto</a:t>
            </a:r>
          </a:p>
        </p:txBody>
      </p:sp>
    </p:spTree>
    <p:extLst>
      <p:ext uri="{BB962C8B-B14F-4D97-AF65-F5344CB8AC3E}">
        <p14:creationId xmlns:p14="http://schemas.microsoft.com/office/powerpoint/2010/main" val="2775933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267EEE4-6354-4F1C-9484-951F0EB92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6" y="0"/>
            <a:ext cx="121856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7CAB50-933B-914F-BB69-4D31844AC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768" y="609600"/>
            <a:ext cx="5498361" cy="1320800"/>
          </a:xfrm>
        </p:spPr>
        <p:txBody>
          <a:bodyPr anchor="ctr">
            <a:normAutofit/>
          </a:bodyPr>
          <a:lstStyle/>
          <a:p>
            <a:r>
              <a:rPr lang="en-US" dirty="0"/>
              <a:t>Overview of Final Project</a:t>
            </a: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0E5A83F9-E6B8-40BD-9C0D-9A6F15650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6474B-4A31-D936-B738-2952C2567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770" y="2160589"/>
            <a:ext cx="5549732" cy="3880773"/>
          </a:xfrm>
        </p:spPr>
        <p:txBody>
          <a:bodyPr>
            <a:normAutofit/>
          </a:bodyPr>
          <a:lstStyle/>
          <a:p>
            <a:r>
              <a:rPr lang="en-US" dirty="0"/>
              <a:t>Java application for viewing and exploring USGS cobalt data</a:t>
            </a:r>
          </a:p>
          <a:p>
            <a:r>
              <a:rPr lang="en-US" dirty="0"/>
              <a:t>Connects to MySQL database using embedded SQL</a:t>
            </a:r>
          </a:p>
          <a:p>
            <a:r>
              <a:rPr lang="en-US" dirty="0"/>
              <a:t>Displays both original and normalized tables</a:t>
            </a:r>
          </a:p>
          <a:p>
            <a:r>
              <a:rPr lang="en-US" dirty="0"/>
              <a:t>Two stored procedures.</a:t>
            </a:r>
          </a:p>
          <a:p>
            <a:r>
              <a:rPr lang="en-US" dirty="0"/>
              <a:t>Designed with an interactive GUI using Java Swing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651A42-B76A-DE4B-70D7-C23E97DCA9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72" r="16596" b="1"/>
          <a:stretch/>
        </p:blipFill>
        <p:spPr>
          <a:xfrm>
            <a:off x="7531482" y="10"/>
            <a:ext cx="4657341" cy="3448414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6E133E8-9FA4-BA09-0498-5CDEA1A0DE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18" r="14067" b="2"/>
          <a:stretch/>
        </p:blipFill>
        <p:spPr>
          <a:xfrm>
            <a:off x="7528308" y="3437472"/>
            <a:ext cx="4657341" cy="3428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83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FB942-CECD-972E-CA49-6FF08CCC2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I’m Most Proud Of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C1D4C-7EAE-D146-7AE0-AB16EA1FB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Normalization</a:t>
            </a:r>
          </a:p>
          <a:p>
            <a:pPr lvl="1"/>
            <a:r>
              <a:rPr lang="en-US" dirty="0"/>
              <a:t>Started with 11 CSV files.</a:t>
            </a:r>
          </a:p>
          <a:p>
            <a:pPr lvl="2"/>
            <a:r>
              <a:rPr lang="en-US" dirty="0"/>
              <a:t>Full of overlapping data</a:t>
            </a:r>
          </a:p>
          <a:p>
            <a:pPr lvl="2"/>
            <a:r>
              <a:rPr lang="en-US" dirty="0"/>
              <a:t>Multivalued attributes.</a:t>
            </a:r>
          </a:p>
          <a:p>
            <a:pPr lvl="1"/>
            <a:r>
              <a:rPr lang="en-US" dirty="0"/>
              <a:t>After bringing all the tables to 3NF, I had designed a database with 28 different tables.</a:t>
            </a:r>
          </a:p>
          <a:p>
            <a:pPr lvl="1"/>
            <a:r>
              <a:rPr lang="en-US" dirty="0"/>
              <a:t>Created scripts to populate normalized tables from the original data.</a:t>
            </a:r>
          </a:p>
          <a:p>
            <a:pPr lvl="1"/>
            <a:r>
              <a:rPr lang="en-US" dirty="0"/>
              <a:t>Linked related tables to each other using foreign key relationships.</a:t>
            </a:r>
          </a:p>
          <a:p>
            <a:pPr lvl="2"/>
            <a:endParaRPr lang="en-US" dirty="0"/>
          </a:p>
          <a:p>
            <a:pPr marL="914400" lvl="2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C8867B-55C1-9497-1DAC-81B7705C7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5526" y="47153"/>
            <a:ext cx="1438476" cy="33818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CFBFA9-A314-F3A0-A5BC-EAD36A847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7521" y="92671"/>
            <a:ext cx="1937385" cy="413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751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FE914-D370-33E7-974B-6C5E362F1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C0D1A-68EC-CF19-129D-C3BFDF055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Strong and Weak Relationships</a:t>
            </a:r>
          </a:p>
          <a:p>
            <a:r>
              <a:rPr lang="en-US" dirty="0"/>
              <a:t>Primary and Foreign Key Relationships</a:t>
            </a:r>
          </a:p>
          <a:p>
            <a:r>
              <a:rPr lang="en-US" dirty="0"/>
              <a:t>Resolved all Many to Many Relationships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5B9499-553C-06B5-8D92-C236B28E0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8476" y="0"/>
            <a:ext cx="4673524" cy="50086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4E0245-93E9-F242-D509-866D94383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035" y="3550736"/>
            <a:ext cx="3256443" cy="330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871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CC33B2B-B475-4189-BA8F-3CF8248DC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A59AAC92-4932-4D74-A545-BA3EEE56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8446528-FA87-4017-B061-CF7EE79FA2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4D4B4D0-2493-42A2-AEEB-9970A64E8B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23">
              <a:extLst>
                <a:ext uri="{FF2B5EF4-FFF2-40B4-BE49-F238E27FC236}">
                  <a16:creationId xmlns:a16="http://schemas.microsoft.com/office/drawing/2014/main" id="{676E13B7-7CB7-4489-914B-4012EE6EBF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5">
              <a:extLst>
                <a:ext uri="{FF2B5EF4-FFF2-40B4-BE49-F238E27FC236}">
                  <a16:creationId xmlns:a16="http://schemas.microsoft.com/office/drawing/2014/main" id="{F2159841-C096-430C-B748-E8D2A5C994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B4F167EF-5A0C-487E-8776-97310E39E0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7">
              <a:extLst>
                <a:ext uri="{FF2B5EF4-FFF2-40B4-BE49-F238E27FC236}">
                  <a16:creationId xmlns:a16="http://schemas.microsoft.com/office/drawing/2014/main" id="{9D8C053F-F025-4CB6-94C4-2841A20D68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28">
              <a:extLst>
                <a:ext uri="{FF2B5EF4-FFF2-40B4-BE49-F238E27FC236}">
                  <a16:creationId xmlns:a16="http://schemas.microsoft.com/office/drawing/2014/main" id="{78581BD0-3E75-48CB-A2A3-44DB1ACB6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Rectangle 29">
              <a:extLst>
                <a:ext uri="{FF2B5EF4-FFF2-40B4-BE49-F238E27FC236}">
                  <a16:creationId xmlns:a16="http://schemas.microsoft.com/office/drawing/2014/main" id="{E90D466A-AB95-4676-82CB-3BEC98AFF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3AFED863-874C-49D9-AE2F-B9DFF00D56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981501A-E3D8-18E8-3FAF-9EEB4ECE1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968" y="4473225"/>
            <a:ext cx="8288035" cy="109505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Custom SQL Procedures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EC3763-5C6F-7F58-9196-0C0214683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240" y="609600"/>
            <a:ext cx="3707167" cy="36423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770EC9-DA97-F1D3-7288-E992F5612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4284" y="681033"/>
            <a:ext cx="4029717" cy="349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230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65A15-E8BF-DD4D-A8F8-65D5757BAB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3631262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48</TotalTime>
  <Words>125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</vt:lpstr>
      <vt:lpstr>Cobalt Database Project</vt:lpstr>
      <vt:lpstr>Overview of Final Project</vt:lpstr>
      <vt:lpstr>What I’m Most Proud Of</vt:lpstr>
      <vt:lpstr>ER Diagram</vt:lpstr>
      <vt:lpstr>Custom SQL Procedures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Liberto</dc:creator>
  <cp:lastModifiedBy>Evan Liberto</cp:lastModifiedBy>
  <cp:revision>1</cp:revision>
  <dcterms:created xsi:type="dcterms:W3CDTF">2025-05-12T00:18:25Z</dcterms:created>
  <dcterms:modified xsi:type="dcterms:W3CDTF">2025-05-12T01:06:25Z</dcterms:modified>
</cp:coreProperties>
</file>